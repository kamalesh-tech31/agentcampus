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Academic Performance and Risk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Findings and Recommendations</a:t>
            </a:r>
          </a:p>
          <a:p>
            <a:r>
              <a:t>Generated: 10 August 2026, 01:38 PM</a:t>
            </a:r>
          </a:p>
          <a:p>
            <a:pPr>
              <a:defRPr sz="1200" i="1"/>
            </a:pPr>
            <a:r>
              <a:t>Query: "Create a short management presentation showing the most important performance findings."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At-Risk Students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11640312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52"/>
                <a:gridCol w="1940052"/>
                <a:gridCol w="1940052"/>
                <a:gridCol w="1940052"/>
                <a:gridCol w="1940052"/>
                <a:gridCol w="1940052"/>
              </a:tblGrid>
              <a:tr h="9601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Attendance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CGPA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Arun Kumar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Computer 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92.50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9.20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Priya Sharma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Mechanical Engineering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88.00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91.00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8.80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Vikram Singh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Electrical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Probation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Neha Patel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Computer Science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78.00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85.00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7.80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Suresh Kumar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Electrical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4.90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Probation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rPr sz="2800" b="1">
                <a:solidFill>
                  <a:srgbClr val="1F4E79"/>
                </a:solidFill>
              </a:rPr>
              <a:t>CGPA Performance Metrics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Average CGPA: 7.22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Highest CGPA: 9.20 (Arun)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Lowest CGPA: 4.90 (Suresh)</a:t>
            </a:r>
          </a:p>
          <a:p>
            <a:pPr>
              <a:defRPr sz="1600" i="1">
                <a:solidFill>
                  <a:srgbClr val="1F4E79"/>
                </a:solidFill>
              </a:defRPr>
            </a:pPr>
            <a:r>
              <a:t>The average CGPA indicates a satisfactory overall performance, but there are significant individual variations.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Risk Distribution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1955800"/>
            <a:ext cx="8229600" cy="4062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rPr sz="2800" b="1">
                <a:solidFill>
                  <a:srgbClr val="1F4E79"/>
                </a:solidFill>
              </a:rPr>
              <a:t>Departmental Performance and Intervention Needs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Electrical Engineering department requires immediate academic counseling intervention</a:t>
            </a:r>
          </a:p>
          <a:p>
            <a:pPr>
              <a:defRPr sz="1600" i="1">
                <a:solidFill>
                  <a:srgbClr val="1F4E79"/>
                </a:solidFill>
              </a:defRPr>
            </a:pPr>
            <a:r>
              <a:t>Targeted intervention in the Electrical Engineering department could significantly improve overall academic performance and reduce the number of at-risk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rPr sz="2800" b="1">
                <a:solidFill>
                  <a:srgbClr val="1F4E79"/>
                </a:solidFill>
              </a:rPr>
              <a:t>Recommendations for Improvement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55A11"/>
                </a:solidFill>
              </a:defRPr>
            </a:pPr>
            <a:r>
              <a:t>Enhance attendance monitoring</a:t>
            </a:r>
          </a:p>
          <a:p>
            <a:pPr>
              <a:defRPr sz="1800">
                <a:solidFill>
                  <a:srgbClr val="C55A11"/>
                </a:solidFill>
              </a:defRPr>
            </a:pPr>
            <a:r>
              <a:t>Provide targeted academic counseling</a:t>
            </a:r>
          </a:p>
          <a:p>
            <a:pPr>
              <a:defRPr sz="1800">
                <a:solidFill>
                  <a:srgbClr val="C55A11"/>
                </a:solidFill>
              </a:defRPr>
            </a:pPr>
            <a:r>
              <a:t>Regularly review student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rPr sz="2800" b="1">
                <a:solidFill>
                  <a:srgbClr val="1F4E79"/>
                </a:solidFill>
              </a:rPr>
              <a:t>Conclusion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Key performance findings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Recommendations for improvement</a:t>
            </a:r>
          </a:p>
          <a:p>
            <a:pPr>
              <a:defRPr sz="1600" i="1">
                <a:solidFill>
                  <a:srgbClr val="1F4E79"/>
                </a:solidFill>
              </a:defRPr>
            </a:pPr>
            <a:r>
              <a:t>Implementing these recommendations can lead to improved academic performance and a reduction in the number of at-risk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WPS Presentation</Application>
  <PresentationFormat>On-screen Show (4:3)</PresentationFormat>
  <Paragraphs>106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Academic Performance and Risk Analysis</vt:lpstr>
      <vt:lpstr>PowerPoint 演示文稿</vt:lpstr>
      <vt:lpstr>CGPA Performance Metrics</vt:lpstr>
      <vt:lpstr>PowerPoint 演示文稿</vt:lpstr>
      <vt:lpstr>Departmental Performance and Intervention Needs</vt:lpstr>
      <vt:lpstr>Recommendations for Improvement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vignesh v</cp:lastModifiedBy>
  <cp:revision>2</cp:revision>
  <dcterms:created xsi:type="dcterms:W3CDTF">2013-01-27T09:14:00Z</dcterms:created>
  <dcterms:modified xsi:type="dcterms:W3CDTF">2026-08-10T08:16:34Z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DA79922F44A54590A6047CEAD9108083_12</vt:lpwstr>
  </property>
  <property fmtid="{D5CDD505-2E9C-101B-9397-08002B2CF9AE}" pid="3" name="KSOProductBuildVer">
    <vt:lpwstr>1033-12.1.0.28032</vt:lpwstr>
  </property>
</Properties>
</file>